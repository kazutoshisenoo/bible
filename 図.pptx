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BB3BBE-C84F-CF47-8A3E-7F3EA00EE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C0D2967-DBC2-BB8B-9C36-90EEC8BC0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2A2947-50CB-300D-A542-4B8B18FF4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342C-262B-4E64-B26C-FDF4B27671FB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F3E1F1-EBAA-E2BD-6C49-156EB7A95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86272D-D358-3A55-B8E1-FF84D559D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B7B25-D486-4175-9026-762A988AF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2468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F6EA85-5DF2-9F98-CC3B-EFC0123C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C99380-0935-9E82-44BC-95A5E185D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98ECEE-44C0-44DD-768A-5024613E1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342C-262B-4E64-B26C-FDF4B27671FB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B83F47-AD37-A58C-2A37-A9353DCF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35D0F5-8D87-6038-0827-180A2BEA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B7B25-D486-4175-9026-762A988AF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0374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D24CD5-B62A-08E4-B4AF-A107A2364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1CC057-E655-D21F-F3E1-46FF15043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C6C2B5-70F1-79F6-73E2-763C7F83E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342C-262B-4E64-B26C-FDF4B27671FB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3DEBA4-9438-4C92-CC80-2E52A3F6A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67DD51-3D25-B541-6BB7-DF3512E2B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B7B25-D486-4175-9026-762A988AF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9362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26B7D1-19C9-E14F-3B7F-9947DE288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91E1FB-3E1A-95FB-5D95-07D6754A5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AA104EE-2B5D-6274-7703-4FF59DD73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F134767-E20E-D1C0-C4B3-78A9A3ED3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342C-262B-4E64-B26C-FDF4B27671FB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89041A-1E99-F7A6-2C0B-D45002E81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DE4249-D93B-EBFF-CB92-8A6807ADC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B7B25-D486-4175-9026-762A988AF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3054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DC2C46-7BE1-4EFA-F482-32F0C1064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686AB1-2784-99BB-15C5-05CB6430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7726D7-C40E-4C0C-BE2B-BE349E781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030C277-762B-3A59-B12F-E057EDAB96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9F42BB2-7D16-D152-D792-2E45345933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399BCF7-257D-029E-8F24-1E389F9FF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342C-262B-4E64-B26C-FDF4B27671FB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D42EA58-7826-AC53-71CC-4AE385491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9831CF8-B797-B783-0FF9-D573B01B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B7B25-D486-4175-9026-762A988AF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9652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7A3499-265A-0F91-CB9E-2BB3AC6CF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5D363A9-5822-6849-A494-07D42BF16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342C-262B-4E64-B26C-FDF4B27671FB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E4A21F4-5218-7F8D-A1CB-19EFC276D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01F880-7A7B-A3CC-B31A-5EEE434F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B7B25-D486-4175-9026-762A988AF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2069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34D4D88-1F30-9B9F-9CD6-9DF9F9565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342C-262B-4E64-B26C-FDF4B27671FB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9FBCABE-E433-10E1-9464-08CEAC7D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FA17FB0-D384-F70B-5AEB-A67318B39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B7B25-D486-4175-9026-762A988AF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5275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BDBE2C-4BBB-281F-8744-6D39D7525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CA4430-67B4-85B5-D9E7-31E9C12F2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CF202F1-5FE8-BCC7-310D-ECE048793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7079AC-EE32-5528-D802-2292FDFB3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342C-262B-4E64-B26C-FDF4B27671FB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EFC6A7B-888A-E99F-4A41-3562FC379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02D8255-F5FA-F6D6-7319-96D605122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B7B25-D486-4175-9026-762A988AF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2392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13BD26-05DF-A69E-A6CB-3D6983BD3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34DF9B6-FACC-6099-3759-7543C3E2D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BAEF508-1122-F837-01EF-D808CE877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0EA8BC-1836-882D-5A13-BDDA60F60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342C-262B-4E64-B26C-FDF4B27671FB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646B0F-2DC5-084E-E61C-ACC23EFB2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2953D8C-38FD-D940-B016-EF6B16EB2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B7B25-D486-4175-9026-762A988AF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5052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DDA132-E2AE-5382-A8A2-AB3D2124F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2E72FF-37A7-FC8F-7901-03956FE89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D105B0-D6F7-14B8-8F04-9BDF8680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342C-262B-4E64-B26C-FDF4B27671FB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AC7104-2F5C-E82D-A6AF-663248FF5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261BB2-4559-2487-3B55-59538A91E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B7B25-D486-4175-9026-762A988AF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2465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31CE2A5-E047-8CEF-8F4A-2CD5C012D3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FB42A2-3E2C-81B7-0BCB-07306AF03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BC8E48-9565-FF8B-6E2C-56EF8846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342C-262B-4E64-B26C-FDF4B27671FB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92FEE9-B894-5FFA-F652-600FB663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F16D80-9727-5EF8-10BE-60CF880BF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B7B25-D486-4175-9026-762A988AF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1768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BB230B0-E19B-5EAA-692F-1F8E52075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DC3C42-44BA-F710-4E03-3C8A303AE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DF4181-83AC-913B-E845-C8C6FF7FAE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BD342C-262B-4E64-B26C-FDF4B27671FB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D4620D-B9E7-8B95-25A2-7D3A4BE98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FE3858-34B5-5A1F-22D1-77FCEB40D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7B25-D486-4175-9026-762A988AF8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900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9ACADB3E-688F-E42C-BF24-68ADE4C038A4}"/>
              </a:ext>
            </a:extLst>
          </p:cNvPr>
          <p:cNvGrpSpPr/>
          <p:nvPr/>
        </p:nvGrpSpPr>
        <p:grpSpPr>
          <a:xfrm>
            <a:off x="1132301" y="1505527"/>
            <a:ext cx="2719264" cy="3592946"/>
            <a:chOff x="1132301" y="1505527"/>
            <a:chExt cx="2719264" cy="3592946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650864BF-C330-A2C6-F94C-17E7BCDF0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953" r="11005" b="25656"/>
            <a:stretch>
              <a:fillRect/>
            </a:stretch>
          </p:blipFill>
          <p:spPr>
            <a:xfrm>
              <a:off x="1132301" y="1505527"/>
              <a:ext cx="2719264" cy="3592946"/>
            </a:xfrm>
            <a:prstGeom prst="rect">
              <a:avLst/>
            </a:prstGeom>
          </p:spPr>
        </p:pic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E62EFCA6-8E32-0835-B963-7BA877238D1E}"/>
                </a:ext>
              </a:extLst>
            </p:cNvPr>
            <p:cNvSpPr/>
            <p:nvPr/>
          </p:nvSpPr>
          <p:spPr>
            <a:xfrm>
              <a:off x="1175892" y="1600201"/>
              <a:ext cx="382174" cy="38217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22ED54DB-CFF9-BFEA-E510-F834CC7288F4}"/>
              </a:ext>
            </a:extLst>
          </p:cNvPr>
          <p:cNvGrpSpPr/>
          <p:nvPr/>
        </p:nvGrpSpPr>
        <p:grpSpPr>
          <a:xfrm>
            <a:off x="4568227" y="1505527"/>
            <a:ext cx="2719265" cy="3703781"/>
            <a:chOff x="4568227" y="1505527"/>
            <a:chExt cx="2719265" cy="3703781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C6BFCD85-A3B7-D7C7-F875-9B208E947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091" r="11005" b="16902"/>
            <a:stretch>
              <a:fillRect/>
            </a:stretch>
          </p:blipFill>
          <p:spPr>
            <a:xfrm>
              <a:off x="4568227" y="1505527"/>
              <a:ext cx="2719265" cy="3703781"/>
            </a:xfrm>
            <a:prstGeom prst="rect">
              <a:avLst/>
            </a:prstGeom>
          </p:spPr>
        </p:pic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B2649821-3A73-F626-73F9-4647ABF0434C}"/>
                </a:ext>
              </a:extLst>
            </p:cNvPr>
            <p:cNvSpPr/>
            <p:nvPr/>
          </p:nvSpPr>
          <p:spPr>
            <a:xfrm>
              <a:off x="4616140" y="1600201"/>
              <a:ext cx="382174" cy="38217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0FF73FC9-D7D5-E1D1-A7FC-D979D0CB8E62}"/>
              </a:ext>
            </a:extLst>
          </p:cNvPr>
          <p:cNvGrpSpPr/>
          <p:nvPr/>
        </p:nvGrpSpPr>
        <p:grpSpPr>
          <a:xfrm>
            <a:off x="8105755" y="1505527"/>
            <a:ext cx="2719266" cy="2983346"/>
            <a:chOff x="8105755" y="1505527"/>
            <a:chExt cx="2719266" cy="2983346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3C8021A2-19AB-6D24-B76D-493EA8272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091" r="11005" b="27407"/>
            <a:stretch>
              <a:fillRect/>
            </a:stretch>
          </p:blipFill>
          <p:spPr>
            <a:xfrm>
              <a:off x="8105755" y="1505527"/>
              <a:ext cx="2719266" cy="2983346"/>
            </a:xfrm>
            <a:prstGeom prst="rect">
              <a:avLst/>
            </a:prstGeom>
          </p:spPr>
        </p:pic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FDFE26CD-24CD-1EA2-D8D1-2B182C158895}"/>
                </a:ext>
              </a:extLst>
            </p:cNvPr>
            <p:cNvSpPr/>
            <p:nvPr/>
          </p:nvSpPr>
          <p:spPr>
            <a:xfrm>
              <a:off x="8137781" y="1563257"/>
              <a:ext cx="382174" cy="38217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0515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ru004080</dc:creator>
  <cp:lastModifiedBy>ru004080</cp:lastModifiedBy>
  <cp:revision>1</cp:revision>
  <dcterms:created xsi:type="dcterms:W3CDTF">2026-03-27T00:47:11Z</dcterms:created>
  <dcterms:modified xsi:type="dcterms:W3CDTF">2026-03-27T00:47:50Z</dcterms:modified>
</cp:coreProperties>
</file>